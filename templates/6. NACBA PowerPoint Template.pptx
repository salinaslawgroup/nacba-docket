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0B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291072"/>
            <a:ext cx="12191695" cy="64008"/>
          </a:xfrm>
          <a:prstGeom prst="rect">
            <a:avLst/>
          </a:prstGeom>
          <a:solidFill>
            <a:srgbClr val="4F9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acba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685800"/>
            <a:ext cx="1920240" cy="3316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1920240"/>
            <a:ext cx="105156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0B243A"/>
                </a:solidFill>
                <a:latin typeface="Calibri"/>
              </a:rPr>
              <a:t>[PROGRAM TITLE]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3703320"/>
            <a:ext cx="1463040" cy="45720"/>
          </a:xfrm>
          <a:prstGeom prst="rect">
            <a:avLst/>
          </a:prstGeom>
          <a:solidFill>
            <a:srgbClr val="4F9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3977639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1D6091"/>
                </a:solidFill>
                <a:latin typeface="Calibri"/>
              </a:rPr>
              <a:t>[Month Day, 2026]  ·  12:00 – 1:30 p.m. Pacific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52657A"/>
                </a:solidFill>
                <a:latin typeface="Calibri"/>
              </a:rPr>
              <a:t>[Speaker name, credentials — Firm, City, State]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52657A"/>
                </a:solidFill>
                <a:latin typeface="Calibri"/>
              </a:rPr>
              <a:t>[Speaker name, credentials — Firm, City, State]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4F9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nacba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48640"/>
            <a:ext cx="1463040" cy="25270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146304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B243A"/>
                </a:solidFill>
                <a:latin typeface="Calibri"/>
              </a:rPr>
              <a:t>How to use this template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148840"/>
            <a:ext cx="1097280" cy="45720"/>
          </a:xfrm>
          <a:prstGeom prst="rect">
            <a:avLst/>
          </a:prstGeom>
          <a:solidFill>
            <a:srgbClr val="4F9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468880"/>
            <a:ext cx="103327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 Duplicate the slide types that follow — title, section divider, content, closing.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 Keep the NACBA logo on your title slide. You may use your own template instead, so long as it carries the NACBA logo and the webinar date.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 Aim for readability over density: 20pt minimum, high contrast, and no more than six lines of text on a slide.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 Test every hyperlink before you submit. Staff test them again, but yours is the version attendees see.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 Your PowerPoint is delivered to attendees as a separate file, not folded into the compiled PDF of written materials.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 Delete this slide before submitting.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852160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2657A"/>
                </a:solidFill>
                <a:latin typeface="Calibri"/>
              </a:rPr>
              <a:t>Brand colors — navy 0B243A · mid blue 4F98CA · light blue BADEF6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4F9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37744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[SECTION TITLE]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3794760"/>
            <a:ext cx="1463040" cy="45720"/>
          </a:xfrm>
          <a:prstGeom prst="rect">
            <a:avLst/>
          </a:prstGeom>
          <a:solidFill>
            <a:srgbClr val="4F9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06908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BADEF6"/>
                </a:solidFill>
                <a:latin typeface="Calibri"/>
              </a:rPr>
              <a:t>[One line on what this section covers]</a:t>
            </a:r>
          </a:p>
        </p:txBody>
      </p:sp>
      <p:sp>
        <p:nvSpPr>
          <p:cNvPr id="7" name="Rectangle 6"/>
          <p:cNvSpPr/>
          <p:nvPr/>
        </p:nvSpPr>
        <p:spPr>
          <a:xfrm>
            <a:off x="9582912" y="5696712"/>
            <a:ext cx="1865376" cy="50375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nacba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0" y="5806440"/>
            <a:ext cx="1645920" cy="28429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4F9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4864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B243A"/>
                </a:solidFill>
                <a:latin typeface="Calibri"/>
              </a:rPr>
              <a:t>[Slide title]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298448"/>
            <a:ext cx="1097280" cy="45720"/>
          </a:xfrm>
          <a:prstGeom prst="rect">
            <a:avLst/>
          </a:prstGeom>
          <a:solidFill>
            <a:srgbClr val="4F9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103327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 [Main point]</a:t>
            </a:r>
          </a:p>
          <a:p>
            <a:pPr lvl="1">
              <a:spcAft>
                <a:spcPts val="1000"/>
              </a:spcAft>
            </a:pPr>
            <a:r>
              <a:rPr sz="1800">
                <a:solidFill>
                  <a:srgbClr val="52657A"/>
                </a:solidFill>
                <a:latin typeface="Calibri"/>
              </a:rPr>
              <a:t>–  [Supporting detail, statute, or citation]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 [Main point]</a:t>
            </a:r>
          </a:p>
          <a:p>
            <a:pPr lvl="1">
              <a:spcAft>
                <a:spcPts val="1000"/>
              </a:spcAft>
            </a:pPr>
            <a:r>
              <a:rPr sz="1800">
                <a:solidFill>
                  <a:srgbClr val="52657A"/>
                </a:solidFill>
                <a:latin typeface="Calibri"/>
              </a:rPr>
              <a:t>–  [Supporting detail]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 [Main point]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172200"/>
            <a:ext cx="10332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2657A"/>
                </a:solidFill>
                <a:latin typeface="Calibri"/>
              </a:rPr>
              <a:t>NACBA  ·  [Program title]  ·  [Date]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4F9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28600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>
                <a:solidFill>
                  <a:srgbClr val="FFFFFF"/>
                </a:solidFill>
                <a:latin typeface="Calibri"/>
              </a:rPr>
              <a:t>Questions?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3611880"/>
            <a:ext cx="1463040" cy="45720"/>
          </a:xfrm>
          <a:prstGeom prst="rect">
            <a:avLst/>
          </a:prstGeom>
          <a:solidFill>
            <a:srgbClr val="4F9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931920"/>
            <a:ext cx="105156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BADEF6"/>
                </a:solidFill>
                <a:latin typeface="Calibri"/>
              </a:rPr>
              <a:t>[Speaker name]  ·  [email]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BADEF6"/>
                </a:solidFill>
                <a:latin typeface="Calibri"/>
              </a:rPr>
              <a:t>[Speaker name]  ·  [email]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4F98CA"/>
                </a:solidFill>
                <a:latin typeface="Calibri"/>
              </a:rPr>
              <a:t>Materials and the recording are available in the NACBA store.</a:t>
            </a:r>
          </a:p>
        </p:txBody>
      </p:sp>
      <p:sp>
        <p:nvSpPr>
          <p:cNvPr id="7" name="Rectangle 6"/>
          <p:cNvSpPr/>
          <p:nvPr/>
        </p:nvSpPr>
        <p:spPr>
          <a:xfrm>
            <a:off x="9582912" y="5696712"/>
            <a:ext cx="1865376" cy="50375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nacba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0" y="5806440"/>
            <a:ext cx="1645920" cy="28429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B243A"/>
      </a:dk1>
      <a:lt1>
        <a:srgbClr val="FFFFFF"/>
      </a:lt1>
      <a:dk2>
        <a:srgbClr val="0B243A"/>
      </a:dk2>
      <a:lt2>
        <a:srgbClr val="F0F3F6"/>
      </a:lt2>
      <a:accent1>
        <a:srgbClr val="4F98CA"/>
      </a:accent1>
      <a:accent2>
        <a:srgbClr val="0B243A"/>
      </a:accent2>
      <a:accent3>
        <a:srgbClr val="BADEF6"/>
      </a:accent3>
      <a:accent4>
        <a:srgbClr val="1D6091"/>
      </a:accent4>
      <a:accent5>
        <a:srgbClr val="8497A9"/>
      </a:accent5>
      <a:accent6>
        <a:srgbClr val="2A6650"/>
      </a:accent6>
      <a:hlink>
        <a:srgbClr val="1D6091"/>
      </a:hlink>
      <a:folHlink>
        <a:srgbClr val="4F98CA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